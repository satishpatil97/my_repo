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708" r:id="rId3"/>
  </p:sldMasterIdLst>
  <p:sldIdLst>
    <p:sldId id="257" r:id="rId4"/>
    <p:sldId id="258" r:id="rId5"/>
    <p:sldId id="303" r:id="rId6"/>
    <p:sldId id="291" r:id="rId7"/>
    <p:sldId id="265" r:id="rId8"/>
    <p:sldId id="267" r:id="rId9"/>
    <p:sldId id="269" r:id="rId10"/>
    <p:sldId id="270" r:id="rId11"/>
    <p:sldId id="301" r:id="rId12"/>
    <p:sldId id="273" r:id="rId13"/>
    <p:sldId id="276" r:id="rId14"/>
    <p:sldId id="293" r:id="rId15"/>
    <p:sldId id="298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CC"/>
    <a:srgbClr val="44546A"/>
    <a:srgbClr val="FF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AFB715-7399-4703-BBB0-5E626912FCB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7DADAB81-AF20-43A0-ABE4-7547E4C4FA62}">
      <dgm:prSet phldrT="[Text]" custT="1"/>
      <dgm:spPr/>
      <dgm:t>
        <a:bodyPr/>
        <a:lstStyle/>
        <a:p>
          <a:r>
            <a:rPr lang="en-US" sz="2800" b="1" i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Platform Has Two Components: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16C9AC6-5A64-4359-A3A0-BE523BE3FB3F}" type="parTrans" cxnId="{307814D1-8E8A-4BBF-8D15-AA450D6EB3CE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D4D21A8-D7F9-4877-90BF-4A7E173E1770}" type="sibTrans" cxnId="{307814D1-8E8A-4BBF-8D15-AA450D6EB3CE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AE45531-F82F-4F64-9A9F-2EE26ABAF2B3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79F7A53-4E86-448B-A4BE-877554C20A5F}" type="par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45C9C16-8FE3-4ABF-BCCC-6124AA030C09}" type="sib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AC6B0B7-A02F-410D-A995-F4B398C27386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F7780BF-D67F-47F1-8354-49CE72FF28E1}" type="par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0F8A24B-D312-49AF-8D48-FDB53F6DA8D2}" type="sib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BBD80C8-63F1-4955-AE48-F88E0067806D}" type="pres">
      <dgm:prSet presAssocID="{03AFB715-7399-4703-BBB0-5E626912FC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549BE8-8F40-4BE4-B59A-FBD026202D5A}" type="pres">
      <dgm:prSet presAssocID="{7DADAB81-AF20-43A0-ABE4-7547E4C4FA62}" presName="hierRoot1" presStyleCnt="0"/>
      <dgm:spPr/>
    </dgm:pt>
    <dgm:pt modelId="{376C8B06-C3EC-4ECD-8578-9F306D49BDB5}" type="pres">
      <dgm:prSet presAssocID="{7DADAB81-AF20-43A0-ABE4-7547E4C4FA62}" presName="composite" presStyleCnt="0"/>
      <dgm:spPr/>
    </dgm:pt>
    <dgm:pt modelId="{B1DA2735-2099-40F1-8FC9-E4FA6867D797}" type="pres">
      <dgm:prSet presAssocID="{7DADAB81-AF20-43A0-ABE4-7547E4C4FA62}" presName="background" presStyleLbl="node0" presStyleIdx="0" presStyleCnt="1"/>
      <dgm:spPr/>
    </dgm:pt>
    <dgm:pt modelId="{6F432363-FDF3-4DC1-BD60-04FCC53ADCD4}" type="pres">
      <dgm:prSet presAssocID="{7DADAB81-AF20-43A0-ABE4-7547E4C4FA62}" presName="text" presStyleLbl="fgAcc0" presStyleIdx="0" presStyleCnt="1" custScaleX="330245" custScaleY="41615" custLinFactNeighborX="513" custLinFactNeighborY="-32281">
        <dgm:presLayoutVars>
          <dgm:chPref val="3"/>
        </dgm:presLayoutVars>
      </dgm:prSet>
      <dgm:spPr/>
    </dgm:pt>
    <dgm:pt modelId="{2881A964-FBFC-422C-A739-0436C1FA52E2}" type="pres">
      <dgm:prSet presAssocID="{7DADAB81-AF20-43A0-ABE4-7547E4C4FA62}" presName="hierChild2" presStyleCnt="0"/>
      <dgm:spPr/>
    </dgm:pt>
    <dgm:pt modelId="{582F14A5-22A5-4CA8-B8C4-FF5C5F934378}" type="pres">
      <dgm:prSet presAssocID="{B79F7A53-4E86-448B-A4BE-877554C20A5F}" presName="Name10" presStyleLbl="parChTrans1D2" presStyleIdx="0" presStyleCnt="2"/>
      <dgm:spPr/>
    </dgm:pt>
    <dgm:pt modelId="{D1E5A03F-5F5A-4E78-9D66-D30ACA126BD6}" type="pres">
      <dgm:prSet presAssocID="{DAE45531-F82F-4F64-9A9F-2EE26ABAF2B3}" presName="hierRoot2" presStyleCnt="0"/>
      <dgm:spPr/>
    </dgm:pt>
    <dgm:pt modelId="{74429BBA-BD13-447A-B173-CDE2CCB1AA80}" type="pres">
      <dgm:prSet presAssocID="{DAE45531-F82F-4F64-9A9F-2EE26ABAF2B3}" presName="composite2" presStyleCnt="0"/>
      <dgm:spPr/>
    </dgm:pt>
    <dgm:pt modelId="{AB28E298-C534-4BEA-AC3E-E32DAE15C445}" type="pres">
      <dgm:prSet presAssocID="{DAE45531-F82F-4F64-9A9F-2EE26ABAF2B3}" presName="background2" presStyleLbl="node2" presStyleIdx="0" presStyleCnt="2"/>
      <dgm:spPr/>
    </dgm:pt>
    <dgm:pt modelId="{3BDBFED7-D389-4478-A36F-690ED68004D4}" type="pres">
      <dgm:prSet presAssocID="{DAE45531-F82F-4F64-9A9F-2EE26ABAF2B3}" presName="text2" presStyleLbl="fgAcc2" presStyleIdx="0" presStyleCnt="2" custScaleX="150177" custScaleY="77598">
        <dgm:presLayoutVars>
          <dgm:chPref val="3"/>
        </dgm:presLayoutVars>
      </dgm:prSet>
      <dgm:spPr/>
    </dgm:pt>
    <dgm:pt modelId="{3F19FFFD-30E5-48EC-84B1-FEC26E5A5976}" type="pres">
      <dgm:prSet presAssocID="{DAE45531-F82F-4F64-9A9F-2EE26ABAF2B3}" presName="hierChild3" presStyleCnt="0"/>
      <dgm:spPr/>
    </dgm:pt>
    <dgm:pt modelId="{DB931F96-5EF4-4DD8-8D6E-21050643CE76}" type="pres">
      <dgm:prSet presAssocID="{2F7780BF-D67F-47F1-8354-49CE72FF28E1}" presName="Name10" presStyleLbl="parChTrans1D2" presStyleIdx="1" presStyleCnt="2"/>
      <dgm:spPr/>
    </dgm:pt>
    <dgm:pt modelId="{77F86D13-76B8-4410-9DBC-1562F89ABFCD}" type="pres">
      <dgm:prSet presAssocID="{7AC6B0B7-A02F-410D-A995-F4B398C27386}" presName="hierRoot2" presStyleCnt="0"/>
      <dgm:spPr/>
    </dgm:pt>
    <dgm:pt modelId="{E37A5966-9649-4E41-AF48-6A35347A77F8}" type="pres">
      <dgm:prSet presAssocID="{7AC6B0B7-A02F-410D-A995-F4B398C27386}" presName="composite2" presStyleCnt="0"/>
      <dgm:spPr/>
    </dgm:pt>
    <dgm:pt modelId="{D93D0B8C-E838-4EC7-AFC5-F603E03CFCB0}" type="pres">
      <dgm:prSet presAssocID="{7AC6B0B7-A02F-410D-A995-F4B398C27386}" presName="background2" presStyleLbl="node2" presStyleIdx="1" presStyleCnt="2"/>
      <dgm:spPr/>
    </dgm:pt>
    <dgm:pt modelId="{3C87DC2C-35D6-4E5E-8AC3-23AE06FA36C2}" type="pres">
      <dgm:prSet presAssocID="{7AC6B0B7-A02F-410D-A995-F4B398C27386}" presName="text2" presStyleLbl="fgAcc2" presStyleIdx="1" presStyleCnt="2" custScaleX="181949" custScaleY="77598">
        <dgm:presLayoutVars>
          <dgm:chPref val="3"/>
        </dgm:presLayoutVars>
      </dgm:prSet>
      <dgm:spPr/>
    </dgm:pt>
    <dgm:pt modelId="{1C916EC5-D71E-4923-8CA3-EDCCBEA4DBF2}" type="pres">
      <dgm:prSet presAssocID="{7AC6B0B7-A02F-410D-A995-F4B398C27386}" presName="hierChild3" presStyleCnt="0"/>
      <dgm:spPr/>
    </dgm:pt>
  </dgm:ptLst>
  <dgm:cxnLst>
    <dgm:cxn modelId="{677C6204-7893-4356-9BF3-FD47E05E9BB7}" type="presOf" srcId="{B79F7A53-4E86-448B-A4BE-877554C20A5F}" destId="{582F14A5-22A5-4CA8-B8C4-FF5C5F934378}" srcOrd="0" destOrd="0" presId="urn:microsoft.com/office/officeart/2005/8/layout/hierarchy1"/>
    <dgm:cxn modelId="{E53E070C-38F9-4D90-91C5-F46377A6C2E7}" type="presOf" srcId="{03AFB715-7399-4703-BBB0-5E626912FCBB}" destId="{6BBD80C8-63F1-4955-AE48-F88E0067806D}" srcOrd="0" destOrd="0" presId="urn:microsoft.com/office/officeart/2005/8/layout/hierarchy1"/>
    <dgm:cxn modelId="{EA5D8B15-D3CF-4780-A8D7-10429868A81C}" type="presOf" srcId="{2F7780BF-D67F-47F1-8354-49CE72FF28E1}" destId="{DB931F96-5EF4-4DD8-8D6E-21050643CE76}" srcOrd="0" destOrd="0" presId="urn:microsoft.com/office/officeart/2005/8/layout/hierarchy1"/>
    <dgm:cxn modelId="{4BE0EE9E-F619-406E-88A9-A3D6A214616A}" srcId="{7DADAB81-AF20-43A0-ABE4-7547E4C4FA62}" destId="{7AC6B0B7-A02F-410D-A995-F4B398C27386}" srcOrd="1" destOrd="0" parTransId="{2F7780BF-D67F-47F1-8354-49CE72FF28E1}" sibTransId="{70F8A24B-D312-49AF-8D48-FDB53F6DA8D2}"/>
    <dgm:cxn modelId="{E6D4A1B6-3441-4B28-937A-17F5DA9F8FE6}" type="presOf" srcId="{7DADAB81-AF20-43A0-ABE4-7547E4C4FA62}" destId="{6F432363-FDF3-4DC1-BD60-04FCC53ADCD4}" srcOrd="0" destOrd="0" presId="urn:microsoft.com/office/officeart/2005/8/layout/hierarchy1"/>
    <dgm:cxn modelId="{BB7EE1BB-562F-4F0A-BC2A-FF4CC8AB38F3}" type="presOf" srcId="{7AC6B0B7-A02F-410D-A995-F4B398C27386}" destId="{3C87DC2C-35D6-4E5E-8AC3-23AE06FA36C2}" srcOrd="0" destOrd="0" presId="urn:microsoft.com/office/officeart/2005/8/layout/hierarchy1"/>
    <dgm:cxn modelId="{8A64F1CA-0459-4111-B74F-F898F263D859}" srcId="{7DADAB81-AF20-43A0-ABE4-7547E4C4FA62}" destId="{DAE45531-F82F-4F64-9A9F-2EE26ABAF2B3}" srcOrd="0" destOrd="0" parTransId="{B79F7A53-4E86-448B-A4BE-877554C20A5F}" sibTransId="{845C9C16-8FE3-4ABF-BCCC-6124AA030C09}"/>
    <dgm:cxn modelId="{307814D1-8E8A-4BBF-8D15-AA450D6EB3CE}" srcId="{03AFB715-7399-4703-BBB0-5E626912FCBB}" destId="{7DADAB81-AF20-43A0-ABE4-7547E4C4FA62}" srcOrd="0" destOrd="0" parTransId="{F16C9AC6-5A64-4359-A3A0-BE523BE3FB3F}" sibTransId="{DD4D21A8-D7F9-4877-90BF-4A7E173E1770}"/>
    <dgm:cxn modelId="{F838A7F5-CB04-4A20-84AE-8F0CB46784D4}" type="presOf" srcId="{DAE45531-F82F-4F64-9A9F-2EE26ABAF2B3}" destId="{3BDBFED7-D389-4478-A36F-690ED68004D4}" srcOrd="0" destOrd="0" presId="urn:microsoft.com/office/officeart/2005/8/layout/hierarchy1"/>
    <dgm:cxn modelId="{0814B3B8-1C85-436F-8326-35CAB467990A}" type="presParOf" srcId="{6BBD80C8-63F1-4955-AE48-F88E0067806D}" destId="{D7549BE8-8F40-4BE4-B59A-FBD026202D5A}" srcOrd="0" destOrd="0" presId="urn:microsoft.com/office/officeart/2005/8/layout/hierarchy1"/>
    <dgm:cxn modelId="{79A5620B-B305-46D5-8B50-824B08956406}" type="presParOf" srcId="{D7549BE8-8F40-4BE4-B59A-FBD026202D5A}" destId="{376C8B06-C3EC-4ECD-8578-9F306D49BDB5}" srcOrd="0" destOrd="0" presId="urn:microsoft.com/office/officeart/2005/8/layout/hierarchy1"/>
    <dgm:cxn modelId="{F9FF1F79-AE55-4EC6-881D-C56ED919D76F}" type="presParOf" srcId="{376C8B06-C3EC-4ECD-8578-9F306D49BDB5}" destId="{B1DA2735-2099-40F1-8FC9-E4FA6867D797}" srcOrd="0" destOrd="0" presId="urn:microsoft.com/office/officeart/2005/8/layout/hierarchy1"/>
    <dgm:cxn modelId="{FD065931-DC20-43CB-8A25-400393940AC7}" type="presParOf" srcId="{376C8B06-C3EC-4ECD-8578-9F306D49BDB5}" destId="{6F432363-FDF3-4DC1-BD60-04FCC53ADCD4}" srcOrd="1" destOrd="0" presId="urn:microsoft.com/office/officeart/2005/8/layout/hierarchy1"/>
    <dgm:cxn modelId="{4825D55D-402A-4311-99F8-878933204993}" type="presParOf" srcId="{D7549BE8-8F40-4BE4-B59A-FBD026202D5A}" destId="{2881A964-FBFC-422C-A739-0436C1FA52E2}" srcOrd="1" destOrd="0" presId="urn:microsoft.com/office/officeart/2005/8/layout/hierarchy1"/>
    <dgm:cxn modelId="{E46280A3-A00E-4585-9BD9-70AF1684BEE0}" type="presParOf" srcId="{2881A964-FBFC-422C-A739-0436C1FA52E2}" destId="{582F14A5-22A5-4CA8-B8C4-FF5C5F934378}" srcOrd="0" destOrd="0" presId="urn:microsoft.com/office/officeart/2005/8/layout/hierarchy1"/>
    <dgm:cxn modelId="{17DEB1BD-2DF2-4871-8987-5A47A37C3BB0}" type="presParOf" srcId="{2881A964-FBFC-422C-A739-0436C1FA52E2}" destId="{D1E5A03F-5F5A-4E78-9D66-D30ACA126BD6}" srcOrd="1" destOrd="0" presId="urn:microsoft.com/office/officeart/2005/8/layout/hierarchy1"/>
    <dgm:cxn modelId="{6D7366E6-3A8E-4209-BD0A-F02ED4A3AF97}" type="presParOf" srcId="{D1E5A03F-5F5A-4E78-9D66-D30ACA126BD6}" destId="{74429BBA-BD13-447A-B173-CDE2CCB1AA80}" srcOrd="0" destOrd="0" presId="urn:microsoft.com/office/officeart/2005/8/layout/hierarchy1"/>
    <dgm:cxn modelId="{4F03599A-3CB4-45D3-A6B7-5770729C7C6A}" type="presParOf" srcId="{74429BBA-BD13-447A-B173-CDE2CCB1AA80}" destId="{AB28E298-C534-4BEA-AC3E-E32DAE15C445}" srcOrd="0" destOrd="0" presId="urn:microsoft.com/office/officeart/2005/8/layout/hierarchy1"/>
    <dgm:cxn modelId="{6EB4BFD1-B351-40F5-A3FF-6E6294B6EEEF}" type="presParOf" srcId="{74429BBA-BD13-447A-B173-CDE2CCB1AA80}" destId="{3BDBFED7-D389-4478-A36F-690ED68004D4}" srcOrd="1" destOrd="0" presId="urn:microsoft.com/office/officeart/2005/8/layout/hierarchy1"/>
    <dgm:cxn modelId="{078AA95C-8FBC-46E9-8D3C-C411E8836646}" type="presParOf" srcId="{D1E5A03F-5F5A-4E78-9D66-D30ACA126BD6}" destId="{3F19FFFD-30E5-48EC-84B1-FEC26E5A5976}" srcOrd="1" destOrd="0" presId="urn:microsoft.com/office/officeart/2005/8/layout/hierarchy1"/>
    <dgm:cxn modelId="{D7E71F4B-E0FB-4F58-A5C6-FE4DCB0BC0E4}" type="presParOf" srcId="{2881A964-FBFC-422C-A739-0436C1FA52E2}" destId="{DB931F96-5EF4-4DD8-8D6E-21050643CE76}" srcOrd="2" destOrd="0" presId="urn:microsoft.com/office/officeart/2005/8/layout/hierarchy1"/>
    <dgm:cxn modelId="{09E661DD-31F2-4C5C-AD40-C1C68326AB67}" type="presParOf" srcId="{2881A964-FBFC-422C-A739-0436C1FA52E2}" destId="{77F86D13-76B8-4410-9DBC-1562F89ABFCD}" srcOrd="3" destOrd="0" presId="urn:microsoft.com/office/officeart/2005/8/layout/hierarchy1"/>
    <dgm:cxn modelId="{3FDB47A4-1089-4BC3-80AA-481A25117F13}" type="presParOf" srcId="{77F86D13-76B8-4410-9DBC-1562F89ABFCD}" destId="{E37A5966-9649-4E41-AF48-6A35347A77F8}" srcOrd="0" destOrd="0" presId="urn:microsoft.com/office/officeart/2005/8/layout/hierarchy1"/>
    <dgm:cxn modelId="{CAF5CED9-736E-4639-A8E6-B9909A8C6815}" type="presParOf" srcId="{E37A5966-9649-4E41-AF48-6A35347A77F8}" destId="{D93D0B8C-E838-4EC7-AFC5-F603E03CFCB0}" srcOrd="0" destOrd="0" presId="urn:microsoft.com/office/officeart/2005/8/layout/hierarchy1"/>
    <dgm:cxn modelId="{8C9E3536-3C2D-45B4-A8F2-44722ECCB575}" type="presParOf" srcId="{E37A5966-9649-4E41-AF48-6A35347A77F8}" destId="{3C87DC2C-35D6-4E5E-8AC3-23AE06FA36C2}" srcOrd="1" destOrd="0" presId="urn:microsoft.com/office/officeart/2005/8/layout/hierarchy1"/>
    <dgm:cxn modelId="{1E8ADD4B-BA8E-46AF-9DE3-DC6DDC463E2F}" type="presParOf" srcId="{77F86D13-76B8-4410-9DBC-1562F89ABFCD}" destId="{1C916EC5-D71E-4923-8CA3-EDCCBEA4DB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31F96-5EF4-4DD8-8D6E-21050643CE76}">
      <dsp:nvSpPr>
        <dsp:cNvPr id="0" name=""/>
        <dsp:cNvSpPr/>
      </dsp:nvSpPr>
      <dsp:spPr>
        <a:xfrm>
          <a:off x="5461975" y="1268823"/>
          <a:ext cx="2631090" cy="15224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7999"/>
              </a:lnTo>
              <a:lnTo>
                <a:pt x="2631090" y="1237999"/>
              </a:lnTo>
              <a:lnTo>
                <a:pt x="2631090" y="152245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F14A5-22A5-4CA8-B8C4-FF5C5F934378}">
      <dsp:nvSpPr>
        <dsp:cNvPr id="0" name=""/>
        <dsp:cNvSpPr/>
      </dsp:nvSpPr>
      <dsp:spPr>
        <a:xfrm>
          <a:off x="2311585" y="1268823"/>
          <a:ext cx="3150389" cy="1522456"/>
        </a:xfrm>
        <a:custGeom>
          <a:avLst/>
          <a:gdLst/>
          <a:ahLst/>
          <a:cxnLst/>
          <a:rect l="0" t="0" r="0" b="0"/>
          <a:pathLst>
            <a:path>
              <a:moveTo>
                <a:pt x="3150389" y="0"/>
              </a:moveTo>
              <a:lnTo>
                <a:pt x="3150389" y="1237999"/>
              </a:lnTo>
              <a:lnTo>
                <a:pt x="0" y="1237999"/>
              </a:lnTo>
              <a:lnTo>
                <a:pt x="0" y="152245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A2735-2099-40F1-8FC9-E4FA6867D797}">
      <dsp:nvSpPr>
        <dsp:cNvPr id="0" name=""/>
        <dsp:cNvSpPr/>
      </dsp:nvSpPr>
      <dsp:spPr>
        <a:xfrm>
          <a:off x="391728" y="457402"/>
          <a:ext cx="10140493" cy="81142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32363-FDF3-4DC1-BD60-04FCC53ADCD4}">
      <dsp:nvSpPr>
        <dsp:cNvPr id="0" name=""/>
        <dsp:cNvSpPr/>
      </dsp:nvSpPr>
      <dsp:spPr>
        <a:xfrm>
          <a:off x="732906" y="781520"/>
          <a:ext cx="10140493" cy="81142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Platform Has Two Components: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756672" y="805286"/>
        <a:ext cx="10092961" cy="763889"/>
      </dsp:txXfrm>
    </dsp:sp>
    <dsp:sp modelId="{AB28E298-C534-4BEA-AC3E-E32DAE15C445}">
      <dsp:nvSpPr>
        <dsp:cNvPr id="0" name=""/>
        <dsp:cNvSpPr/>
      </dsp:nvSpPr>
      <dsp:spPr>
        <a:xfrm>
          <a:off x="5920" y="2791279"/>
          <a:ext cx="4611330" cy="15130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FED7-D389-4478-A36F-690ED68004D4}">
      <dsp:nvSpPr>
        <dsp:cNvPr id="0" name=""/>
        <dsp:cNvSpPr/>
      </dsp:nvSpPr>
      <dsp:spPr>
        <a:xfrm>
          <a:off x="347097" y="3115398"/>
          <a:ext cx="4611330" cy="151302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91412" y="3159713"/>
        <a:ext cx="4522700" cy="1424398"/>
      </dsp:txXfrm>
    </dsp:sp>
    <dsp:sp modelId="{D93D0B8C-E838-4EC7-AFC5-F603E03CFCB0}">
      <dsp:nvSpPr>
        <dsp:cNvPr id="0" name=""/>
        <dsp:cNvSpPr/>
      </dsp:nvSpPr>
      <dsp:spPr>
        <a:xfrm>
          <a:off x="5299605" y="2791279"/>
          <a:ext cx="5586920" cy="15130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7DC2C-35D6-4E5E-8AC3-23AE06FA36C2}">
      <dsp:nvSpPr>
        <dsp:cNvPr id="0" name=""/>
        <dsp:cNvSpPr/>
      </dsp:nvSpPr>
      <dsp:spPr>
        <a:xfrm>
          <a:off x="5640783" y="3115398"/>
          <a:ext cx="5586920" cy="151302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685098" y="3159713"/>
        <a:ext cx="5498290" cy="1424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5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1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23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5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7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4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4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4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3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04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0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76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9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78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8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4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54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73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98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733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15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72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904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7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224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3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79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92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6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3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28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9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20-07-2020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3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tutorial/getStarted/intro/definition.html#FOO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2417499"/>
            <a:ext cx="12191999" cy="247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technology is both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a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Platform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Oracle Corporation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14379"/>
            <a:ext cx="12192000" cy="80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About the Java Technology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6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1763"/>
            <a:ext cx="12191999" cy="739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8 is a major update that was launched on  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15" y="2302688"/>
            <a:ext cx="5319970" cy="38238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" r="4542" b="81723"/>
          <a:stretch/>
        </p:blipFill>
        <p:spPr>
          <a:xfrm>
            <a:off x="3422568" y="2259385"/>
            <a:ext cx="5331656" cy="764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2" t="72528" r="56039" b="13998"/>
          <a:stretch/>
        </p:blipFill>
        <p:spPr>
          <a:xfrm>
            <a:off x="4996195" y="5054912"/>
            <a:ext cx="758482" cy="53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94833" y="1687286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No Pointers, No Multiple Inheritance</a:t>
            </a:r>
            <a:endParaRPr lang="en-US" sz="2400" dirty="0">
              <a:solidFill>
                <a:srgbClr val="4454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4833" y="2605964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Compile once run anywhere</a:t>
            </a:r>
            <a:endParaRPr lang="en-IN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694832" y="3549098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Strong Object Oriented Language,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No Global Variable, No Friend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830" y="4462956"/>
            <a:ext cx="749717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Data types occupy same no. of bytes on all platforms</a:t>
            </a:r>
            <a:endParaRPr lang="en-IN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830" y="5410279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Client Server Application can be made effectively</a:t>
            </a:r>
            <a:endParaRPr lang="en-IN" sz="2300" dirty="0"/>
          </a:p>
        </p:txBody>
      </p:sp>
      <p:sp>
        <p:nvSpPr>
          <p:cNvPr id="5" name="Freeform 4"/>
          <p:cNvSpPr/>
          <p:nvPr/>
        </p:nvSpPr>
        <p:spPr>
          <a:xfrm>
            <a:off x="61494" y="2605964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Platform Independent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1493" y="3549098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Object Oriented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1493" y="4462956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Portable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1493" y="5410911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Distributed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61494" y="1687285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Simple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0061" y="154231"/>
            <a:ext cx="107407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155700"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programming language is a high-level language that has following features: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394576" y="119597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Due to JIT, execution becomes faster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394576" y="2182893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You can create Multithreaded Applications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394575" y="3194267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300" dirty="0"/>
              <a:t>Safe, most of the things are checked during compile time so no risk at runtime</a:t>
            </a:r>
            <a:endParaRPr lang="en-IN" sz="2300" dirty="0"/>
          </a:p>
        </p:txBody>
      </p:sp>
      <p:sp>
        <p:nvSpPr>
          <p:cNvPr id="12" name="TextBox 11"/>
          <p:cNvSpPr txBox="1"/>
          <p:nvPr/>
        </p:nvSpPr>
        <p:spPr>
          <a:xfrm>
            <a:off x="4394573" y="417636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200" dirty="0"/>
              <a:t>Supports late binding since beginning. You can load any class on the fly and find out its information.</a:t>
            </a:r>
            <a:endParaRPr lang="en-IN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4394573" y="5178280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Supports Late Binding Since Beginning. You can load any class on the fly and find out its information.</a:t>
            </a:r>
            <a:endParaRPr lang="en-IN" dirty="0"/>
          </a:p>
        </p:txBody>
      </p:sp>
      <p:sp>
        <p:nvSpPr>
          <p:cNvPr id="5" name="Freeform 4"/>
          <p:cNvSpPr/>
          <p:nvPr/>
        </p:nvSpPr>
        <p:spPr>
          <a:xfrm>
            <a:off x="75146" y="2182893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Multithreaded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75145" y="3194267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Robust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5145" y="4176365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Dynamic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5145" y="5178912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Secure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5146" y="1195974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High Performance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3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502" y="1449581"/>
            <a:ext cx="114509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the Java programming language, all source code is first written in plain text files ending with the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.java extension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502" y="4020753"/>
            <a:ext cx="114509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Those source files are then compiled into </a:t>
            </a:r>
          </a:p>
          <a:p>
            <a:pPr algn="ctr"/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.class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files by the </a:t>
            </a:r>
            <a:r>
              <a:rPr lang="en-US" sz="4000" b="1" i="1" u="sng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javac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compiler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917" y="1251615"/>
            <a:ext cx="11312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600" i="1" dirty="0"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file does not contain code that is native to your processor; it instead contains </a:t>
            </a:r>
            <a:r>
              <a:rPr lang="en-US" sz="3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bytecodes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— the machine language of the Java Virtual Machine</a:t>
            </a:r>
            <a:r>
              <a:rPr lang="en-US" sz="3600" baseline="50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1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(Java VM). 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5917" y="3915343"/>
            <a:ext cx="11312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The java launcher tool (JRE) then runs your application with an instance of the Java Virtual Machine.</a:t>
            </a:r>
          </a:p>
        </p:txBody>
      </p:sp>
    </p:spTree>
    <p:extLst>
      <p:ext uri="{BB962C8B-B14F-4D97-AF65-F5344CB8AC3E}">
        <p14:creationId xmlns:p14="http://schemas.microsoft.com/office/powerpoint/2010/main" val="89392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4859"/>
            <a:ext cx="12192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An overview of the software development process</a:t>
            </a:r>
            <a:endParaRPr lang="en-IN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1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9" y="2054672"/>
            <a:ext cx="11614242" cy="337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41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421" y="1806527"/>
            <a:ext cx="112260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Because the Java VM is available on many different operating systems, the same </a:t>
            </a:r>
            <a:r>
              <a:rPr lang="en-US" sz="40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files are capable of running on Microsoft Windows, the Solaris™ Operating System (Solaris OS), Linux, or Mac OS. 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194" y="-109185"/>
            <a:ext cx="7083188" cy="682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085" y="2335514"/>
            <a:ext cx="4517408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Through the Java VM, the same application is capable of running on multiple platforms.</a:t>
            </a:r>
            <a:endParaRPr lang="en-IN" sz="12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1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1181667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platform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hardware or software environment in which a program runs.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119590"/>
            <a:ext cx="12192000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Platform 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806340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Some of the most popular platforms are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Microsoft Windows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Solaris OS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Mac OS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431013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Most platforms can be described as a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combination of the operating system and underlying hardware.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3206" y="1361263"/>
            <a:ext cx="11045588" cy="367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The Java platform differs from most other platforms in that it's a software-only platform that runs on top of other hardware-based platforms.</a:t>
            </a:r>
            <a:endParaRPr lang="en-IN" sz="4000" b="1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075644404"/>
              </p:ext>
            </p:extLst>
          </p:nvPr>
        </p:nvGraphicFramePr>
        <p:xfrm>
          <a:off x="489801" y="805220"/>
          <a:ext cx="11233624" cy="5715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962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89550" y="1125371"/>
            <a:ext cx="11847775" cy="595253"/>
            <a:chOff x="1881874" y="897751"/>
            <a:chExt cx="11356453" cy="595253"/>
          </a:xfrm>
        </p:grpSpPr>
        <p:sp>
          <p:nvSpPr>
            <p:cNvPr id="6" name="Straight Connector 5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1881875" y="897751"/>
              <a:ext cx="5692633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Virtual Machine (JVM)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9550" y="3556947"/>
            <a:ext cx="11847775" cy="595253"/>
            <a:chOff x="1881874" y="897751"/>
            <a:chExt cx="11356453" cy="595253"/>
          </a:xfrm>
        </p:grpSpPr>
        <p:sp>
          <p:nvSpPr>
            <p:cNvPr id="19" name="Straight Connector 18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1881874" y="897751"/>
              <a:ext cx="8790675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pPr lvl="0"/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Application Programming Interface (API)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55094" y="1821155"/>
            <a:ext cx="11382231" cy="86177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Virtual Machine (JVM) is the base for the Java platform and is ported onto various hardware-based platforms.</a:t>
            </a:r>
            <a:endParaRPr lang="en-IN" sz="25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095" y="4266614"/>
            <a:ext cx="10877263" cy="16312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is a large collection of ready-made software components that provide many useful capabilities. It is grouped into libraries of related classes and interfaces; these libraries are known as packages.</a:t>
            </a:r>
          </a:p>
          <a:p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API mainly consists of jar and </a:t>
            </a:r>
            <a:r>
              <a:rPr lang="en-US" sz="2500" b="1" i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dll</a:t>
            </a:r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files.</a:t>
            </a:r>
            <a:endParaRPr lang="en-IN" sz="2500" b="1" i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4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y_Java_is_called_as_Platform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703" y="-27297"/>
            <a:ext cx="7301552" cy="65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4647" y="2432290"/>
            <a:ext cx="4447356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and Java Virtual Machine insulate the program from the underlying hardware.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8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516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Sriram</cp:lastModifiedBy>
  <cp:revision>73</cp:revision>
  <dcterms:created xsi:type="dcterms:W3CDTF">2020-07-17T10:02:07Z</dcterms:created>
  <dcterms:modified xsi:type="dcterms:W3CDTF">2020-07-20T09:15:08Z</dcterms:modified>
</cp:coreProperties>
</file>